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9fc1aa2b4c4798" /><Relationship Type="http://schemas.openxmlformats.org/officeDocument/2006/relationships/extended-properties" Target="/docProps/app.xml" Id="Rb08e0196cf8f4414" /><Relationship Type="http://schemas.openxmlformats.org/officeDocument/2006/relationships/officeDocument" Target="/ppt/presentation.xml" Id="Rfb6ce66909ab49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2169009e7b4729"/>
  </p:sldMasterIdLst>
  <p:notesMasterIdLst>
    <p:notesMasterId xmlns:r="http://schemas.openxmlformats.org/officeDocument/2006/relationships" r:id="R23f3af25c1a54d5d"/>
  </p:notesMasterIdLst>
  <p:sldIdLst>
    <p:sldId xmlns:r="http://schemas.openxmlformats.org/officeDocument/2006/relationships" id="256" r:id="R59227faa7cb14afc"/>
    <p:sldId xmlns:r="http://schemas.openxmlformats.org/officeDocument/2006/relationships" id="257" r:id="Rdc65ee57f2394c17"/>
    <p:sldId xmlns:r="http://schemas.openxmlformats.org/officeDocument/2006/relationships" id="258" r:id="R08184e35a1f84a83"/>
    <p:sldId xmlns:r="http://schemas.openxmlformats.org/officeDocument/2006/relationships" id="259" r:id="Rc53f12b0dc0442e3"/>
    <p:sldId xmlns:r="http://schemas.openxmlformats.org/officeDocument/2006/relationships" id="260" r:id="Rd6f62da085794c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169009e7b4729" /><Relationship Type="http://schemas.openxmlformats.org/officeDocument/2006/relationships/theme" Target="/ppt/theme/theme1.xml" Id="R7bf2d4472efe4370" /><Relationship Type="http://schemas.openxmlformats.org/officeDocument/2006/relationships/notesMaster" Target="/ppt/notesMasters/notesMaster1.xml" Id="R23f3af25c1a54d5d" /><Relationship Type="http://schemas.openxmlformats.org/officeDocument/2006/relationships/presProps" Target="/ppt/presProps.xml" Id="R057f75f0c8b94bfa" /><Relationship Type="http://schemas.openxmlformats.org/officeDocument/2006/relationships/viewProps" Target="/ppt/viewProps.xml" Id="R9a06c04656e144dc" /><Relationship Type="http://schemas.openxmlformats.org/officeDocument/2006/relationships/tableStyles" Target="/ppt/tableStyles.xml" Id="R30740f13505840a2" /><Relationship Type="http://schemas.openxmlformats.org/officeDocument/2006/relationships/slide" Target="/ppt/slides/slide1.xml" Id="R59227faa7cb14afc" /><Relationship Type="http://schemas.openxmlformats.org/officeDocument/2006/relationships/slide" Target="/ppt/slides/slide2.xml" Id="Rdc65ee57f2394c17" /><Relationship Type="http://schemas.openxmlformats.org/officeDocument/2006/relationships/slide" Target="/ppt/slides/slide3.xml" Id="R08184e35a1f84a83" /><Relationship Type="http://schemas.openxmlformats.org/officeDocument/2006/relationships/slide" Target="/ppt/slides/slide4.xml" Id="Rc53f12b0dc0442e3" /><Relationship Type="http://schemas.openxmlformats.org/officeDocument/2006/relationships/slide" Target="/ppt/slides/slide5.xml" Id="Rd6f62da085794c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21730a187a949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46ccd063ae4b52" /><Relationship Type="http://schemas.openxmlformats.org/officeDocument/2006/relationships/notesMaster" Target="/ppt/notesMasters/notesMaster1.xml" Id="Rc7c8f38e586245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e8274b13ed4187" /><Relationship Type="http://schemas.openxmlformats.org/officeDocument/2006/relationships/notesMaster" Target="/ppt/notesMasters/notesMaster1.xml" Id="R068353d45e0046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701566465d4284" /><Relationship Type="http://schemas.openxmlformats.org/officeDocument/2006/relationships/notesMaster" Target="/ppt/notesMasters/notesMaster1.xml" Id="R18a477a733a94a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67d025a1bf4516" /><Relationship Type="http://schemas.openxmlformats.org/officeDocument/2006/relationships/notesMaster" Target="/ppt/notesMasters/notesMaster1.xml" Id="R2003385d5e6a43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b1c7898fdc423d" /><Relationship Type="http://schemas.openxmlformats.org/officeDocument/2006/relationships/notesMaster" Target="/ppt/notesMasters/notesMaster1.xml" Id="R9f041d81b33b49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d48d4f9c047c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16f77afc396440a" /><Relationship Type="http://schemas.openxmlformats.org/officeDocument/2006/relationships/slideLayout" Target="/ppt/slideLayouts/slideLayout2.xml" Id="R4a38a2de22a841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38a2de22a841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b8e50275bb4442" /><Relationship Type="http://schemas.openxmlformats.org/officeDocument/2006/relationships/notesSlide" Target="/ppt/notesSlides/notesSlide1.xml" Id="Rdbad459299434e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9f86724e6e46ec" /><Relationship Type="http://schemas.openxmlformats.org/officeDocument/2006/relationships/notesSlide" Target="/ppt/notesSlides/notesSlide2.xml" Id="R8eae8f0963b248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933a24b32645db" /><Relationship Type="http://schemas.openxmlformats.org/officeDocument/2006/relationships/notesSlide" Target="/ppt/notesSlides/notesSlide3.xml" Id="R3ca109ecd40045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b71279dc164e35" /><Relationship Type="http://schemas.openxmlformats.org/officeDocument/2006/relationships/notesSlide" Target="/ppt/notesSlides/notesSlide4.xml" Id="R08ba197c87624f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76ad597a7846bd" /><Relationship Type="http://schemas.openxmlformats.org/officeDocument/2006/relationships/notesSlide" Target="/ppt/notesSlides/notesSlide5.xml" Id="R937b5e50f09f4e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FA060D-3BE6-4179-A5C2-EC0934A1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4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3F271-0062-4A02-A85E-D97AF493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Store Intelligence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0EB3A-3D2E-41C9-96F1-26538790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8191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6E7F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6E7F5"/>
                </a:solidFill>
                <a:latin typeface="Aptos"/>
                <a:ea typeface="Aptos"/>
                <a:cs typeface="Aptos"/>
              </a:rPr>
              <a:t>CCTV-to-live retail analytics for offline conversion, queues, dwell, funnel, heatmap, and anomalies.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45F03-5640-4F8C-81A6-590B697F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80C5C-16D7-4801-A35B-75F47502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293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DC860-3E84-44BB-AB99-A248E63B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detected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397ED-A1F3-4F37-B2F4-58AFD545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A549F-F351-41FE-9D73-C2770252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5/5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6FC35-F3C5-4237-AD44-E52E603E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481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camera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3361A-2319-43A3-81AA-19EC8D85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3118F-4C9D-49B0-81B0-64D0D136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1FF28-5C26-4B5E-8E79-59E2FBA8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tests passing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4085C-D13F-4D64-9C7A-A4213DB2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E7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E7F5"/>
                </a:solidFill>
                <a:latin typeface="Aptos"/>
                <a:ea typeface="Aptos"/>
                <a:cs typeface="Aptos"/>
              </a:rPr>
              <a:t>Purplle Tech Challenge 2026 · Round 2</a:t>
            </a:r>
          </a:p>
        </p:txBody>
      </p:sp>
    </p:spTree>
    <p:extLst>
      <p:ext uri="{BB962C8B-B14F-4D97-AF65-F5344CB8AC3E}">
        <p14:creationId xmlns:p14="http://schemas.microsoft.com/office/powerpoint/2010/main" val="8943378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DC88B6-39A0-4AFB-9929-B787DA1F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DB076-90BB-4886-AC65-A5728B54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00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824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41824"/>
                </a:solidFill>
                <a:latin typeface="Aptos Display"/>
                <a:ea typeface="Aptos Display"/>
                <a:cs typeface="Aptos Display"/>
              </a:rPr>
              <a:t>The pipeline connects raw footage to live operational metrics.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EBD55-BF6D-400D-B41D-CE9BA7F9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714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8"/>
          </a:solidFill>
          <a:ln xmlns:a="http://schemas.openxmlformats.org/drawingml/2006/main" w="9525">
            <a:solidFill>
              <a:srgbClr val="D8C5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A0C80-044B-43E8-95BD-9D91F0A7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Raw CCTV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33C7A-8508-4F23-AC10-F80CEE96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371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Five supplied MP4 clips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C5923-1C42-42D1-BDB1-00AE7636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28950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72246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DB429-F699-4B05-B35F-3B822F21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76500"/>
            <a:ext cx="1714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F0"/>
          </a:solidFill>
          <a:ln xmlns:a="http://schemas.openxmlformats.org/drawingml/2006/main" w="9525">
            <a:solidFill>
              <a:srgbClr val="D8C5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6F1F9-96D2-4815-AC0E-51550887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051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6FA9E-DFDA-4A9D-99BA-2D63CFCE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371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YOLOv8 + centroid tracking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88559-AD3D-48FD-8132-A5870457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72246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E0AF6-B622-478C-9E5A-0F73B684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1714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8"/>
          </a:solidFill>
          <a:ln xmlns:a="http://schemas.openxmlformats.org/drawingml/2006/main" w="9525">
            <a:solidFill>
              <a:srgbClr val="D8C5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8906F-CACE-4F29-A227-35365C7D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051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Event 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E141B-805F-45C5-B083-B6D0913F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81350"/>
            <a:ext cx="1371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Schema-valid JSONL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2EA05-A04A-4884-8D38-D96BFE70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28950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72246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A4954-F263-4BD5-B026-1B73DF0C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76500"/>
            <a:ext cx="1714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F0"/>
          </a:solidFill>
          <a:ln xmlns:a="http://schemas.openxmlformats.org/drawingml/2006/main" w="9525">
            <a:solidFill>
              <a:srgbClr val="D8C5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260C9-E138-48C0-A5DE-0C01479E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051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EEB8B-72CC-4363-8B11-E930C466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81350"/>
            <a:ext cx="1371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FastAPI + SQLite ingestion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BA967-E478-42BF-9E45-A452D127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72246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05100-7B41-4459-8235-96E30968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714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8"/>
          </a:solidFill>
          <a:ln xmlns:a="http://schemas.openxmlformats.org/drawingml/2006/main" w="9525">
            <a:solidFill>
              <a:srgbClr val="D8C5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4A4FF-FCCB-4DE6-BD32-6FBB1D80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051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DE1CA-5A11-4DC4-85C0-11199C13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1371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2-second live polling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EFD90-AB4E-4177-9897-ED6556D1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18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1824"/>
                </a:solidFill>
                <a:latin typeface="Aptos"/>
                <a:ea typeface="Aptos"/>
                <a:cs typeface="Aptos"/>
              </a:rPr>
              <a:t>The same event contract powers scoring endpoints, replay demos, and the live dashboard, keeping batch and simulated real-time paths aligned.</a:t>
            </a:r>
          </a:p>
        </p:txBody>
      </p:sp>
    </p:spTree>
    <p:extLst>
      <p:ext uri="{BB962C8B-B14F-4D97-AF65-F5344CB8AC3E}">
        <p14:creationId xmlns:p14="http://schemas.microsoft.com/office/powerpoint/2010/main" val="1313287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475319-3D70-4741-852C-A7B7D384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DETECTION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E54A6-9252-4CEB-BA79-21DBE54F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824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41824"/>
                </a:solidFill>
                <a:latin typeface="Aptos Display"/>
                <a:ea typeface="Aptos Display"/>
                <a:cs typeface="Aptos Display"/>
              </a:rPr>
              <a:t>All five cameras now produce auditable events.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99C47-5CCE-468A-988A-1063FA3A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18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1824"/>
                </a:solidFill>
                <a:latin typeface="Aptos"/>
                <a:ea typeface="Aptos"/>
                <a:cs typeface="Aptos"/>
              </a:rPr>
              <a:t>CAM_1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0A803-8B93-4C7F-86FD-F3DD87E3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478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FEA"/>
          </a:solidFill>
          <a:ln xmlns:a="http://schemas.openxmlformats.org/drawingml/2006/main" w="0">
            <a:solidFill>
              <a:srgbClr val="EADF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57D8A-BA95-43D8-AC5E-F8EA7A3F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47875"/>
            <a:ext cx="110920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46C"/>
          </a:solidFill>
          <a:ln xmlns:a="http://schemas.openxmlformats.org/drawingml/2006/main" w="0">
            <a:solidFill>
              <a:srgbClr val="7224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F01F0-64A8-4F3C-9107-1F834936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8120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4FB0A-632C-48EE-A93A-EC61CCC8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18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1824"/>
                </a:solidFill>
                <a:latin typeface="Aptos"/>
                <a:ea typeface="Aptos"/>
                <a:cs typeface="Aptos"/>
              </a:rPr>
              <a:t>CAM_2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EF33B-3FC0-4B87-9328-7B900E58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527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FEA"/>
          </a:solidFill>
          <a:ln xmlns:a="http://schemas.openxmlformats.org/drawingml/2006/main" w="0">
            <a:solidFill>
              <a:srgbClr val="EADF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C8A88-4E77-45A0-954F-2D78B726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527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46C"/>
          </a:solidFill>
          <a:ln xmlns:a="http://schemas.openxmlformats.org/drawingml/2006/main" w="0">
            <a:solidFill>
              <a:srgbClr val="7224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EC0F5-45F2-4AB7-93A2-F35D186A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124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83B7D-EC11-4CDC-AD66-592C3B04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18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1824"/>
                </a:solidFill>
                <a:latin typeface="Aptos"/>
                <a:ea typeface="Aptos"/>
                <a:cs typeface="Aptos"/>
              </a:rPr>
              <a:t>CAM_3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F7509-6662-499F-A67C-2368D508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575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FEA"/>
          </a:solidFill>
          <a:ln xmlns:a="http://schemas.openxmlformats.org/drawingml/2006/main" w="0">
            <a:solidFill>
              <a:srgbClr val="EADF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BDABB-2287-4307-AF1D-7090BEEE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57575"/>
            <a:ext cx="461194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46C"/>
          </a:solidFill>
          <a:ln xmlns:a="http://schemas.openxmlformats.org/drawingml/2006/main" w="0">
            <a:solidFill>
              <a:srgbClr val="7224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44691-A3F5-4CA7-91CB-971B3AA0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9090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79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497B6-D1CA-4A2E-8490-79FEF272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18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1824"/>
                </a:solidFill>
                <a:latin typeface="Aptos"/>
                <a:ea typeface="Aptos"/>
                <a:cs typeface="Aptos"/>
              </a:rPr>
              <a:t>CAM_4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6DB83-56F7-4859-B0B4-7E656371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624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FEA"/>
          </a:solidFill>
          <a:ln xmlns:a="http://schemas.openxmlformats.org/drawingml/2006/main" w="0">
            <a:solidFill>
              <a:srgbClr val="EADF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44CCC-3C9D-434C-A240-FD96BF3A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624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46C"/>
          </a:solidFill>
          <a:ln xmlns:a="http://schemas.openxmlformats.org/drawingml/2006/main" w="0">
            <a:solidFill>
              <a:srgbClr val="7224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584B2-FFBC-4320-A4CB-43624090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957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856D5-025E-4FF0-9672-7410B701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18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1824"/>
                </a:solidFill>
                <a:latin typeface="Aptos"/>
                <a:ea typeface="Aptos"/>
                <a:cs typeface="Aptos"/>
              </a:rPr>
              <a:t>CAM_5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6C8A1-60E4-4EA9-B679-BBCF83AE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672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FEA"/>
          </a:solidFill>
          <a:ln xmlns:a="http://schemas.openxmlformats.org/drawingml/2006/main" w="0">
            <a:solidFill>
              <a:srgbClr val="EADF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2E9573-0E90-4BB0-AF1E-2112303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67275"/>
            <a:ext cx="3794637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46C"/>
          </a:solidFill>
          <a:ln xmlns:a="http://schemas.openxmlformats.org/drawingml/2006/main" w="0">
            <a:solidFill>
              <a:srgbClr val="7224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6B0C9-CFBC-4281-8E2E-C1A2FDF9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0060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EC8EF1-18F5-4B63-83F9-8855266A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CAM_4 uses low-confidence billing fallback rows when raw detections are unreliable, preserving coverage without pretending confidence is high.</a:t>
            </a:r>
          </a:p>
        </p:txBody>
      </p:sp>
    </p:spTree>
    <p:extLst>
      <p:ext uri="{BB962C8B-B14F-4D97-AF65-F5344CB8AC3E}">
        <p14:creationId xmlns:p14="http://schemas.microsoft.com/office/powerpoint/2010/main" val="824634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1C057B-D008-473C-A19E-FDF1AE6C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API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92462-93E5-439D-9721-9DA560F5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824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41824"/>
                </a:solidFill>
                <a:latin typeface="Aptos Display"/>
                <a:ea typeface="Aptos Display"/>
                <a:cs typeface="Aptos Display"/>
              </a:rPr>
              <a:t>The API exposes the business questions reviewers will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64721-7745-4A59-BB36-E531745A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8"/>
          </a:solidFill>
          <a:ln xmlns:a="http://schemas.openxmlformats.org/drawingml/2006/main" w="9525">
            <a:solidFill>
              <a:srgbClr val="E1D1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8D966-93D1-4BA1-B68A-7DB1564C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POST /events/ingest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77B2C-5F6C-4BC0-A38D-686CF299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Validates, deduplicates, partial success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D1201-DE89-444B-BB85-93C9F2FC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0500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8"/>
          </a:solidFill>
          <a:ln xmlns:a="http://schemas.openxmlformats.org/drawingml/2006/main" w="9525">
            <a:solidFill>
              <a:srgbClr val="E1D1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F0EE5-D590-447C-8FA2-9C2A30F5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GET /metrics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D8F9E-97F3-4D69-8E65-5CC638F4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Visitors, conversion, dwell, queue, abandon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AF6A2-D031-4B99-9F5C-E94823EC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8"/>
          </a:solidFill>
          <a:ln xmlns:a="http://schemas.openxmlformats.org/drawingml/2006/main" w="9525">
            <a:solidFill>
              <a:srgbClr val="E1D1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DF132-59E8-4EC1-B629-5C407554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GET /funnel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4E9D3-8D4A-44BA-82E4-A850E1B6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Entry → zone → billing → purchase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B8D1B-8BCD-48AA-A4D2-FD67166B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8"/>
          </a:solidFill>
          <a:ln xmlns:a="http://schemas.openxmlformats.org/drawingml/2006/main" w="9525">
            <a:solidFill>
              <a:srgbClr val="E1D1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D65B9-24CE-44BA-BABE-AD21935C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GET /heatmap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F776E-5E6C-470E-AE42-CBF5D250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Zone frequency and dwell intensity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550D7-3BA2-49AB-A4EF-CD24DD5C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8"/>
          </a:solidFill>
          <a:ln xmlns:a="http://schemas.openxmlformats.org/drawingml/2006/main" w="9525">
            <a:solidFill>
              <a:srgbClr val="E1D1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D6A7F-DB1C-4C5B-96AB-C2BE8672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GET /anomalies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75A01-60A0-4BC1-9585-1A39C9C4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Queue spike, conversion drop, dead zones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85CE0-1306-4475-BC1E-FA9B60DD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0530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8"/>
          </a:solidFill>
          <a:ln xmlns:a="http://schemas.openxmlformats.org/drawingml/2006/main" w="9525">
            <a:solidFill>
              <a:srgbClr val="E1D1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5FFDC-4332-4714-9C1E-1E5DDDFE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2246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2246C"/>
                </a:solidFill>
                <a:latin typeface="Aptos"/>
                <a:ea typeface="Aptos"/>
                <a:cs typeface="Aptos"/>
              </a:rPr>
              <a:t>GET /health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AF367-974B-47AF-9C7A-4BF8DC4E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006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D4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C3D4C"/>
                </a:solidFill>
                <a:latin typeface="Aptos"/>
                <a:ea typeface="Aptos"/>
                <a:cs typeface="Aptos"/>
              </a:rPr>
              <a:t>Service status and stale feed checks</a:t>
            </a:r>
          </a:p>
        </p:txBody>
      </p:sp>
    </p:spTree>
    <p:extLst>
      <p:ext uri="{BB962C8B-B14F-4D97-AF65-F5344CB8AC3E}">
        <p14:creationId xmlns:p14="http://schemas.microsoft.com/office/powerpoint/2010/main" val="1318166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4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398FFE-9C76-4301-997E-BB5A46EB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E7F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E7F5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1C37B-3CF6-4BCF-B7DA-7672221B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replay script proves the dashboard is connected to ingestion.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928FD-DB1C-42AE-A72E-27954552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66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335"/>
          </a:solidFill>
          <a:ln xmlns:a="http://schemas.openxmlformats.org/drawingml/2006/main" w="9525">
            <a:solidFill>
              <a:srgbClr val="7F5B8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384E1-3700-445F-978A-CE1E3D97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python pipeline/replay_events.py --input events/detected_events.jsonl --api-url http://localhost:8000 --batch-size 10 --delay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19358-1DE8-408A-B84F-0B2496DA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E7F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6E7F5"/>
                </a:solidFill>
                <a:latin typeface="Aptos"/>
                <a:ea typeface="Aptos"/>
                <a:cs typeface="Aptos"/>
              </a:rPr>
              <a:t>• Dashboard route: http://localhost:8000/dashboard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98C7C-C404-4BC5-98A0-63FAE1D4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E7F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6E7F5"/>
                </a:solidFill>
                <a:latin typeface="Aptos"/>
                <a:ea typeface="Aptos"/>
                <a:cs typeface="Aptos"/>
              </a:rPr>
              <a:t>• Live JSON route: /stores/STORE_PURPLLE_001/live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E73C6-5816-4EA9-BD4F-667666FD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E7F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6E7F5"/>
                </a:solidFill>
                <a:latin typeface="Aptos"/>
                <a:ea typeface="Aptos"/>
                <a:cs typeface="Aptos"/>
              </a:rPr>
              <a:t>• Final verification: 11 tests passing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7C29F-211A-463C-9817-21AFF8B6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E7F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6E7F5"/>
                </a:solidFill>
                <a:latin typeface="Aptos"/>
                <a:ea typeface="Aptos"/>
                <a:cs typeface="Aptos"/>
              </a:rPr>
              <a:t>• Primary event output: events/detected_events.jsonl</a:t>
            </a:r>
          </a:p>
        </p:txBody>
      </p:sp>
    </p:spTree>
    <p:extLst>
      <p:ext uri="{BB962C8B-B14F-4D97-AF65-F5344CB8AC3E}">
        <p14:creationId xmlns:p14="http://schemas.microsoft.com/office/powerpoint/2010/main" val="2001221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2026-05-30T11:05:56.8750000Z</dcterms:created>
  <dcterms:modified xsi:type="dcterms:W3CDTF">2026-05-30T11:05:56.8750000Z</dcterms:modified>
</coreProperties>
</file>